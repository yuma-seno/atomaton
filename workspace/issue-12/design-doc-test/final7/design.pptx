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設計書: 添付の経路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